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6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103" d="100"/>
          <a:sy n="103" d="100"/>
        </p:scale>
        <p:origin x="912" y="10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12/25/2024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12/25/2024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Guessing game</a:t>
            </a:r>
            <a:br>
              <a:rPr lang="en-US" dirty="0"/>
            </a:br>
            <a:r>
              <a:rPr lang="en-US" sz="2000" dirty="0"/>
              <a:t>Yousuf Idrees  23-101077</a:t>
            </a:r>
            <a:br>
              <a:rPr lang="en-US" sz="2000" dirty="0"/>
            </a:br>
            <a:r>
              <a:rPr lang="en-US" sz="2000" dirty="0" err="1"/>
              <a:t>omar</a:t>
            </a:r>
            <a:r>
              <a:rPr lang="en-US" sz="2000" dirty="0"/>
              <a:t> </a:t>
            </a:r>
            <a:r>
              <a:rPr lang="en-US" sz="2000" dirty="0" err="1"/>
              <a:t>sayed</a:t>
            </a:r>
            <a:r>
              <a:rPr lang="en-US" sz="2000" dirty="0"/>
              <a:t> 23-101091</a:t>
            </a:r>
            <a:br>
              <a:rPr lang="en-US" sz="2000" dirty="0"/>
            </a:br>
            <a:r>
              <a:rPr lang="en-US" sz="2000" dirty="0"/>
              <a:t>Yassin </a:t>
            </a:r>
            <a:r>
              <a:rPr lang="en-US" sz="2000" dirty="0" err="1"/>
              <a:t>sameh</a:t>
            </a:r>
            <a:r>
              <a:rPr lang="en-US" sz="2000" dirty="0"/>
              <a:t> 23-101192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3B04B5-5652-88F8-9C97-AEFCB41370D3}"/>
              </a:ext>
            </a:extLst>
          </p:cNvPr>
          <p:cNvSpPr txBox="1"/>
          <p:nvPr/>
        </p:nvSpPr>
        <p:spPr>
          <a:xfrm>
            <a:off x="2873828" y="998375"/>
            <a:ext cx="61022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Number Guessing Game</a:t>
            </a:r>
          </a:p>
          <a:p>
            <a:r>
              <a:rPr lang="en-US" b="1" dirty="0"/>
              <a:t>Overview:</a:t>
            </a:r>
            <a:r>
              <a:rPr lang="en-US" dirty="0"/>
              <a:t> A fun and interactive game where players guess a secret number within a specific range. The goal is to guess the number with the fewest attempts, using feedback to guide your guesses.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040D8A-2F0E-E361-9203-6A7D1E6A6B9B}"/>
              </a:ext>
            </a:extLst>
          </p:cNvPr>
          <p:cNvSpPr txBox="1"/>
          <p:nvPr/>
        </p:nvSpPr>
        <p:spPr>
          <a:xfrm>
            <a:off x="4152122" y="2976035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Objective:</a:t>
            </a:r>
            <a:r>
              <a:rPr lang="en-US" dirty="0"/>
              <a:t> Guess the number with the fewest attempts!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A3CD4A-9BB4-EB60-4940-E526E106C65E}"/>
              </a:ext>
            </a:extLst>
          </p:cNvPr>
          <p:cNvSpPr txBox="1"/>
          <p:nvPr/>
        </p:nvSpPr>
        <p:spPr>
          <a:xfrm>
            <a:off x="4086808" y="4065054"/>
            <a:ext cx="7613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Features: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and quick to 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Great for all 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logical thinking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{5EBAF1F2-078B-461D-948C-0067AE9A527D}tf33968143_win32</Template>
  <TotalTime>5</TotalTime>
  <Words>81</Words>
  <Application>Microsoft Office PowerPoint</Application>
  <PresentationFormat>Widescreen</PresentationFormat>
  <Paragraphs>11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Avenir Next LT Pro</vt:lpstr>
      <vt:lpstr>Calibri</vt:lpstr>
      <vt:lpstr>Custom</vt:lpstr>
      <vt:lpstr>Guessing game Yousuf Idrees  23-101077 omar sayed 23-101091 Yassin sameh 23-101192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Elsayed Mostafa Aly Baioumy</dc:creator>
  <cp:lastModifiedBy>Omar Elsayed Mostafa Aly Baioumy</cp:lastModifiedBy>
  <cp:revision>1</cp:revision>
  <dcterms:created xsi:type="dcterms:W3CDTF">2024-12-25T21:37:20Z</dcterms:created>
  <dcterms:modified xsi:type="dcterms:W3CDTF">2024-12-25T21:43:10Z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